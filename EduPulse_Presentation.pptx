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one-sentence pitch: EduPulse is a Business Intelligence dashboard for online learning engagement analytics, built on the OULAD dataset. Say your name, enrollment number, program, guide name, and academic year. Aim: 30 seconds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agenda quickly. Signals structure to the panel — they will trust that you know where you are heading.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real-world relevance. Mention 300 million learners and OULAD's 32,593 students. Panel will appreciate that this is a real dataset, not a toy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 to remember: visibility, pattern-recognition, predictive intervention. Say them slowly. If asked, each corresponds to a dashboard page (Overview, Engagement Patterns, Dropout Prediction).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objectives to project tasks (the 11 listed in your assignment). If they ask which task is not covered, say: all 11 are covered — objectives 1-3 map to collect/clean/warehouse; 4 maps to ETL; 5-7 map to dashboards; 8-11 map to validation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Clarity on scope prevents surprise questions. If asked 'why not real-time?' — OULAD is a static release, real-time ingestion is listed in Chapter 8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may ask why you didn't just use Tableau. Answer: licence cost and lack of a domain data model — you would still need to build the star schema and train the ML model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crisp. The panel wants to know 'what did you build' — this is the summary. Emphasise 80.3% accuracy and 0.810 AUC — that number will come up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'why DuckDB instead of Postgres?' — DuckDB is columnar and OLAP-optimised; Postgres is row-store and OLTP-optimised. For analytical dashboards, DuckDB is 10-100x faster on the same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OULAD numbers to remember: 32,593 students · 22 presentations · 10.6M clicks · 4 outcome classes. If asked about licence: CC-BY-4.0 permits redistribution with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left-to-right: Data source (OULAD) → ETL pipeline (4 Python modules) → Storage layer (DuckDB + joblib artefact) → Presentation layer (Streamlit). Each layer communicates with the next through a file artefact — no network protocols between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Processes 1.0-4.0 (Extract, Clean, Load, Train) are batch, run once at deployment. Processes 5.0 (Serve Dashboard) and 6.0 (Score Cohort) run interactively at request time. Data stores D1-D4 are file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Facts in green at the centre: fact_engagement (10.6M rows), fact_assessment, fact_enrollment. Dimensions at the corners. dim_student is conformed across all three facts — that's what allows cross-fact queries on a single student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logical modules. Downloader + Cleaner = ingestion. WarehouseBuilder = storage. DropoutModelTrainer = ML. DashboardApp + WarehouseAccess = presentation. Each module is one file in src/.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'why Gradient Boosting?' — tree-based ensembles dominate this problem class (Hellas et al. 2018 systematic review). Interpretable via feature importances; not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loves numbers. Say: '0.810 ROC AUC, 79.7% accuracy on 6,519 held-out students; baseline dropout rate is 31.2%, so accuracy alone is misleading — AUC is the honest metric.'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live screenshots. If asked what a KPI card shows — students, presentations, enrollments, clicks, submissions. Overview page renders in under 2 seconds against the 10.6M-row engagement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Course Analytics answers 'which course is popular?' and 'which is failing?' Engagement Patterns answers 'when do students engage most/least?' — filters by module and time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slide. Model metrics at the top (0.803 accuracy, 0.810 AUC), feature-importance bar chart below. The admin selects a cohort, sees the top-20 at-risk students, and exports the full ranked list as CSV for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findings: (1) early engagement predicts retention, (2) withdrawal rate varies ~20 points across modules, (3) IMD deprivation band correlates with withdrawal, (4) prior attempts are a risk signal. Each with a concrete admin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will ask about bugs — call out Bug-004 (pyarrow → DuckDB parquet) because it's a real deployment war story. Bug-003 (SELECT column-order mismatch) was surfaced by your integration test catching an INSERT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claim EduPulse wins on things it actually wins on. Acknowledge the trade-off: Tableau/Superset offer drag-and-drop authoring, EduPulse does not — but for a designed dashboard aimed at one persona, that trade is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future-scope item is scoped and has an implementation hint — this is what the MCA guideline calls out as the difference between good and vague future-scope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politely: 'Thank you for your attention — I'm happy to take questions.' Sit down. Panel typically asks: (a) why this dataset, (b) why this algorithm, (c) how does it scale, (d) what would you change if you did it again. You have answers for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⚡ EduPulse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EduPulse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A Business Intelligence Dashboard for Online</a:t>
            </a:r>
          </a:p>
          <a:p>
            <a:r>
              <a:t>Learning Engagement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Deepak Kumar Joshi   ·   Enrollment  O24MCA112387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Master of Computer Applications  (Online)   ·   Chandigarh University  (CU Online)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Guide:  Vikas Kumar,  Senior Mentor   ·   Academic Year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Background and motivation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Problem statement — three gaps in current analytics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Objectives and scope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Existing systems and where they fall short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Proposed system — EduPulse architecture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Technology stack and dataset (OULAD)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System design — DFDs, star schema, class diagram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Machine-learning model for dropout prediction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Dashboard walk-through (six real screenshots)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Testing, results, and deployment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Future scope and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Why online-learning analytics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Online learning is now a primary delivery channel — 300M+ registered learners worldwide.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Every click, video view, forum post, and quiz produces structured behavioural data.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Universities collect the data but rarely act on it — dashboards focus on enrolment, not engagement.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Students at risk of dropping out are typically identified too late for intervention to be effective.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The Open University released OULAD (2014, CC-BY-4.0) as the de facto benchmark: 32,593 students, 10M+ click events.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EduPulse uses OULAD to demonstrate what a modern BI stack + a supervised ML model can do on real learning-analytics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Three operational gaps that motivated EduPulse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1. Engagement-visibility gap — administrators have no consolidated view of platform-wide engagement over time.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2. Pattern-recognition gap — peaks and troughs, content-type popularity, cross-cohort comparisons require ad-hoc SQL.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3. Predictive-intervention gap — no early-warning layer to flag students likely to withdraw.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EduPulse addresses all three in a single deployable artefact — free, reproducible, open-source.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Collect real-world learning-analytics dataset (OULAD) and document its structure and licence.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Clean, preprocess, and validate through a reproducible Python pipeline.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Design a star-schema data warehouse in DuckDB.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Build engagement KPIs, course-outcome, and engagement-pattern dashboards.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Train a supervised ML model for early dropout prediction (first-30-day features).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Deploy free on Streamlit Community Cloud — public URL.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Validate accuracy through reconciliation and document actionable insights for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Scope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  <a:latin typeface="Calibri"/>
              </a:rP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Descriptive analytics — KPIs, demographic breakdowns.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Diagnostic analytics — peak/trough detection, cross-category comparison.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Predictive analytics — early dropout-risk scoring.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Free public deployment on Streamlit Community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  <a:latin typeface="Calibri"/>
              </a:rPr>
              <a:t>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Real-time ingestion from a live LMS (OULAD is a batch release).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Any personally identifiable information (OULAD is fully anonymised).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Content-recommendation engines.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Multi-tenant or commercial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Existing Systems — Where They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Native LMS dashboards (Moodle, Canvas, Blackboard) — per-course only; no cross-course aggregation, no predictive layer.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Commercial BI (Tableau, Power BI, Looker) — licence costs ~$70/user/month; assume you already have a warehouse.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Open-source BI (Superset, Metabase) — free but general-purpose; no learning-analytics model, no predictive layer.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None combine a domain data model + tailored dashboards + native ML layer in one free deployable artefact.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That gap is exactly what EduPulse fills.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Proposed System — EduPulse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Six tightly-integrated components on one free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Reproducible ETL pipeline — download → clean → load warehouse → train model.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DuckDB star-schema warehouse — 3 facts, 4 dimensions, 3 analytical views.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scikit-learn Gradient Boosting classifier — 80.3% accuracy, 0.810 ROC AUC.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Streamlit multi-page dashboard — 5 purpose-built pages.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Free public deployment on Streamlit Community Cloud — CD via GitHub push.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MIT-licensed — reproducible by any future contributor.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Python 3.11 — one language across ETL, ML, and dashboard.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DuckDB — embedded columnar OLAP warehouse, no server needed.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pandas — tabular cleaning and feature engineering.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scikit-learn — GradientBoostingClassifier, preprocessing pipeline, model persistence.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Streamlit — declarative Python web framework for the dashboard.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Plotly — interactive charts (lines, bars, heatmaps).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Git + GitHub + Streamlit Community Cloud — continuous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Source — OULAD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Open University Learning Analytics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Released by Open University KMI (2014) under CC-BY-4.0.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32,593 students, 22 course presentations, 7 modules.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10.6 million click events in the Virtual Learning Environment.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173,739 assessment submissions.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Complete demographic attributes (age band, region, IMD band, prior education, disability).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Final outcome per enrolment: Pass / Fail / Withdrawn / Distinction.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Downloaded automatically from UCI Machine Learning Repository mirror.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Four-layer architecture from source to dashboard</a:t>
            </a:r>
          </a:p>
        </p:txBody>
      </p:sp>
      <p:pic>
        <p:nvPicPr>
          <p:cNvPr id="6" name="Picture 5" descr="figure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44" y="1280160"/>
            <a:ext cx="846220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Flow Diagram — 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Six processes, four data stores</a:t>
            </a:r>
          </a:p>
        </p:txBody>
      </p:sp>
      <p:pic>
        <p:nvPicPr>
          <p:cNvPr id="6" name="Picture 5" descr="figure_3_3_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03" y="1280160"/>
            <a:ext cx="7652489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Warehouse — Star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3 fact tables + 4 conformed dimensions</a:t>
            </a:r>
          </a:p>
        </p:txBody>
      </p:sp>
      <p:pic>
        <p:nvPicPr>
          <p:cNvPr id="6" name="Picture 5" descr="figure_4_5_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59" y="1280160"/>
            <a:ext cx="711577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Python modules represented as UML classes</a:t>
            </a:r>
          </a:p>
        </p:txBody>
      </p:sp>
      <p:pic>
        <p:nvPicPr>
          <p:cNvPr id="6" name="Picture 5" descr="figure_4_1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03" y="1280160"/>
            <a:ext cx="7652489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Machine-Learning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Early dropout prediction from first-30-day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Algorithm — scikit-learn GradientBoostingClassifier (200 trees, max depth 3, learning rate 0.08).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Feature window — first 30 days of each course presentation (enforced in v_student_features view).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Numeric features — total clicks, active days, avg assessment score, studied credits, prior attempts, submissions.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Categorical features — gender, region, IMD band, age band, prior education, disability.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Training — stratified 80/20 split, random_state = 42, deterministic re-runs.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Bundle — full sklearn Pipeline persisted via joblib with metrics and feature importances.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Held-out test set — 6,519 students</a:t>
            </a:r>
          </a:p>
        </p:txBody>
      </p:sp>
      <p:pic>
        <p:nvPicPr>
          <p:cNvPr id="6" name="Picture 5" descr="figure_6_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126480" cy="4452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Accuracy — 0.797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ROC AUC — 0.810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True negatives (Retained correctly) — 4,170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True positives (Withdrawn caught) — 1,023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Baseline dropout rate — 31.2%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AUC matches published OULAD results (Aljohani et al. 2019: 0.80–0.85).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Dashboard — Home &amp; Overview</a:t>
            </a:r>
          </a:p>
        </p:txBody>
      </p:sp>
      <p:pic>
        <p:nvPicPr>
          <p:cNvPr id="5" name="Picture 4" descr="screenshot_5_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600450"/>
          </a:xfrm>
          <a:prstGeom prst="rect">
            <a:avLst/>
          </a:prstGeom>
        </p:spPr>
      </p:pic>
      <p:pic>
        <p:nvPicPr>
          <p:cNvPr id="6" name="Picture 5" descr="screenshot_5_2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76072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715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Home — brand mark + platform KPIs (28.8K students, 39.6M clicks, 173.7K submissions)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715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Overview — outcome distribution, daily VLE click timeline, gender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Dashboard — Course Analytics &amp; Engagement Patterns</a:t>
            </a:r>
          </a:p>
        </p:txBody>
      </p:sp>
      <p:pic>
        <p:nvPicPr>
          <p:cNvPr id="5" name="Picture 4" descr="screenshot_5_3_course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600450"/>
          </a:xfrm>
          <a:prstGeom prst="rect">
            <a:avLst/>
          </a:prstGeom>
        </p:spPr>
      </p:pic>
      <p:pic>
        <p:nvPicPr>
          <p:cNvPr id="6" name="Picture 5" descr="screenshot_5_4_engagement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76072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715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Course Analytics — enrolment popularity, pass/withdraw rates, module × presentation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715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Engagement Patterns — click and active-student timelines, peak/trough day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Dashboard — Dropout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The predictive layer administrators actually act on</a:t>
            </a:r>
          </a:p>
        </p:txBody>
      </p:sp>
      <p:pic>
        <p:nvPicPr>
          <p:cNvPr id="6" name="Picture 5" descr="screenshot_5_5_dropout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Dashboard —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Four validated findings, each with an admin action</a:t>
            </a:r>
          </a:p>
        </p:txBody>
      </p:sp>
      <p:pic>
        <p:nvPicPr>
          <p:cNvPr id="6" name="Picture 5" descr="screenshot_5_6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Testing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Unit tests — 8 tests across cleaner, warehouse loader, model trainer.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Integration test — full ETL pipeline; verifies row counts, model AUC ≥ 0.75.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System tests — every dashboard page, filter, and CSV export.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18 documented test cases, all PASS.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4 real bugs surfaced and fixed (OULAD URL, '?' marker, INSERT column order, pyarrow wheel).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Deployment — public GitHub repo + Streamlit Cloud auto-rebuild on every push to main.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Live URL — cost is zero, always-on, HTTPS via Streamlit-managed TLS.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Comparison with 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Cost — $0 per user per month (Tableau ≈ $70).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Free public deployment — Streamlit Community Cloud (Tableau: no; Superset: possible w/ effort).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Learning-analytics data model — built-in (Tableau / Superset: bring-your-own).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Native dropout-prediction layer — included (others: custom build required).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Single-language stack — Python only (others: Python + JS + SQL).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Operational surface area — one Streamlit process (others: multi-tier).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Query latency — sub-200 ms on 10.6M-row fact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Six concrete next steps — not vague generalities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Real-time ingestion from live LMS (Moodle / Canvas REST APIs).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Role-based access control + multi-tenant deployment.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Calibrated probabilities (isotonic regression) + per-student SHAP explanations.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Automated weekly outreach digests via GitHub Actions cron.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Mobile-responsive layout for on-the-go administrators.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0F172A"/>
                </a:solidFill>
                <a:latin typeface="Calibri"/>
              </a:rPr>
              <a:t>•  Periodic model retraining + drift monitoring badge.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EduPulse — MCA Project Viva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GitHub  ·  github.com/deepakjoshi-dj/edupulse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Deepak Kumar Joshi   ·   O24MCA112387   ·   MCA (CU Online)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